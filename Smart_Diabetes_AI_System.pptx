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Diabetes Monitoring &amp; AI-Assisted Patient Support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simulated digital health ecosystem for glucose monitoring,</a:t>
            </a:r>
          </a:p>
          <a:p>
            <a:r>
              <a:t>cloud analytics, and AI-driven patient guidance</a:t>
            </a:r>
          </a:p>
          <a:p/>
          <a:p>
            <a:r>
              <a:t>Presented by: Fenil Miteshkumar Modi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Diabetes requires continuous monitoring and understanding</a:t>
            </a:r>
          </a:p>
          <a:p>
            <a:r>
              <a:t>• Patients often see numbers without context</a:t>
            </a:r>
          </a:p>
          <a:p>
            <a:r>
              <a:t>• Anxiety due to lack of explanations</a:t>
            </a:r>
          </a:p>
          <a:p>
            <a:r>
              <a:t>• Doctors face large volumes of raw data</a:t>
            </a:r>
          </a:p>
          <a:p>
            <a:r>
              <a:t>• Limited patient education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Simulated glucose monitoring device</a:t>
            </a:r>
          </a:p>
          <a:p>
            <a:r>
              <a:t>• Patient mobile application</a:t>
            </a:r>
          </a:p>
          <a:p>
            <a:r>
              <a:t>• Secure cloud backend</a:t>
            </a:r>
          </a:p>
          <a:p>
            <a:r>
              <a:t>• Doctor web dashboard</a:t>
            </a:r>
          </a:p>
          <a:p>
            <a:r>
              <a:t>• AI-based patient support agent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Simulated device generates readings</a:t>
            </a:r>
          </a:p>
          <a:p>
            <a:r>
              <a:t>2. Data sent to patient app</a:t>
            </a:r>
          </a:p>
          <a:p>
            <a:r>
              <a:t>3. App syncs with cloud</a:t>
            </a:r>
          </a:p>
          <a:p>
            <a:r>
              <a:t>4. Doctor views data via dashboard</a:t>
            </a:r>
          </a:p>
          <a:p>
            <a:r>
              <a:t>5. AI assists patients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Simulated Diabetes Device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 real blood extraction</a:t>
            </a:r>
          </a:p>
          <a:p>
            <a:r>
              <a:t>• Generates realistic glucose values</a:t>
            </a:r>
          </a:p>
          <a:p>
            <a:r>
              <a:t>• Simulates fasting, post-meal &amp; low glucose</a:t>
            </a:r>
          </a:p>
          <a:p>
            <a:r>
              <a:t>• Educational and system-testing purpose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Mobile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Displays glucose readings</a:t>
            </a:r>
          </a:p>
          <a:p>
            <a:r>
              <a:t>• Visual trends and graphs</a:t>
            </a:r>
          </a:p>
          <a:p>
            <a:r>
              <a:t>• Patient notes: meals, exercise</a:t>
            </a:r>
          </a:p>
          <a:p>
            <a:r>
              <a:t>• Secure cloud synchronization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Backend &amp;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Centralized data storage</a:t>
            </a:r>
          </a:p>
          <a:p>
            <a:r>
              <a:t>• Secure authentication</a:t>
            </a:r>
          </a:p>
          <a:p>
            <a:r>
              <a:t>• Patient profiles &amp; readings</a:t>
            </a:r>
          </a:p>
          <a:p>
            <a:r>
              <a:t>• Doctor notes and alerts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Doctor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Secure login</a:t>
            </a:r>
          </a:p>
          <a:p>
            <a:r>
              <a:t>• Patient management</a:t>
            </a:r>
          </a:p>
          <a:p>
            <a:r>
              <a:t>• Trend-based analysis</a:t>
            </a:r>
          </a:p>
          <a:p>
            <a:r>
              <a:t>• Focus on insights over raw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Patient Support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Explains glucose readings</a:t>
            </a:r>
          </a:p>
          <a:p>
            <a:r>
              <a:t>• Answers diabetes-related questions</a:t>
            </a:r>
          </a:p>
          <a:p>
            <a:r>
              <a:t>• Improves patient understanding</a:t>
            </a:r>
          </a:p>
          <a:p>
            <a:r>
              <a:t>• Encourages healthy awareness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Ethical Boundaries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 diagnosis</a:t>
            </a:r>
          </a:p>
          <a:p>
            <a:r>
              <a:t>• No prescriptions</a:t>
            </a:r>
          </a:p>
          <a:p>
            <a:r>
              <a:t>• Does not replace doctors</a:t>
            </a:r>
          </a:p>
          <a:p>
            <a:r>
              <a:t>• Educational support only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Simulated device: ESP32 / Arduino</a:t>
            </a:r>
          </a:p>
          <a:p>
            <a:r>
              <a:t>• Mobile App: Cross-platform</a:t>
            </a:r>
          </a:p>
          <a:p>
            <a:r>
              <a:t>• Backend: REST-based server</a:t>
            </a:r>
          </a:p>
          <a:p>
            <a:r>
              <a:t>• Database: SQL / NoSQL</a:t>
            </a:r>
          </a:p>
          <a:p>
            <a:r>
              <a:t>• AI: NLP-based agent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End-to-end digital health simulation</a:t>
            </a:r>
          </a:p>
          <a:p>
            <a:r>
              <a:t>• AI-assisted patient education</a:t>
            </a:r>
          </a:p>
          <a:p>
            <a:r>
              <a:t>• Scalable and modular design</a:t>
            </a:r>
          </a:p>
          <a:p>
            <a:r>
              <a:t>• Real-world health-tech architecture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Digital health system prototyping</a:t>
            </a:r>
          </a:p>
          <a:p>
            <a:r>
              <a:t>• Patient education platforms</a:t>
            </a:r>
          </a:p>
          <a:p>
            <a:r>
              <a:t>• AI-assisted chronic care concepts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Predictive glucose analytics</a:t>
            </a:r>
          </a:p>
          <a:p>
            <a:r>
              <a:t>• Personalized AI guidance</a:t>
            </a:r>
          </a:p>
          <a:p>
            <a:r>
              <a:t>• Wearable integration (theoretical)</a:t>
            </a:r>
          </a:p>
          <a:p>
            <a:r>
              <a:t>• Multi-condition monitoring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Integrated device, cloud &amp; AI system</a:t>
            </a:r>
          </a:p>
          <a:p>
            <a:r>
              <a:t>• Focus on data clarity and ethics</a:t>
            </a:r>
          </a:p>
          <a:p>
            <a:r>
              <a:t>• Scalable digital healthcare vision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for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